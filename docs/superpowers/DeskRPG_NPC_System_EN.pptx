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skrpg-slides/nano-banana_isometric-3d-illustration-of-a_20260327_0808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6" y="689074"/>
            <a:ext cx="3301901" cy="3301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6953" y="4206776"/>
            <a:ext cx="1958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DeskRPG: Virtual Office with AI NPCs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772942" y="289173"/>
            <a:ext cx="508985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Persona &amp; Meeting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72942" y="1082873"/>
            <a:ext cx="5089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DeskRPG  |  AI-Driven NPC Conversation Architecture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72942" y="1609874"/>
            <a:ext cx="5089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A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3-File Persona Injection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72942" y="1886099"/>
            <a:ext cx="4990058" cy="997297"/>
          </a:xfrm>
          <a:prstGeom prst="roundRect">
            <a:avLst>
              <a:gd name="adj" fmla="val 1018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796754" y="1886099"/>
            <a:ext cx="0" cy="997297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7517" y="1987600"/>
            <a:ext cx="47823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IDENTITY.md  |  SOUL.md  |  AGENTS.md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47517" y="2172891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Role, personality, expertise, communication style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47517" y="2375892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Core values, methodology, decision patterns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47517" y="2578894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Meeting protocol: SPEAK/PASS, memory, group rules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72942" y="3137297"/>
            <a:ext cx="5089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A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Orchestration (meeting-broker.js)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72942" y="3413522"/>
            <a:ext cx="4990058" cy="1199406"/>
          </a:xfrm>
          <a:prstGeom prst="roundRect">
            <a:avLst>
              <a:gd name="adj" fmla="val 8471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796754" y="3413522"/>
            <a:ext cx="0" cy="1199406"/>
          </a:xfrm>
          <a:prstGeom prst="line">
            <a:avLst/>
          </a:prstGeom>
          <a:noFill/>
          <a:ln w="47625">
            <a:solidFill>
              <a:srgbClr val="F9A8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47517" y="3540323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Poll all agents in parallel (SPEAK / PASS)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47517" y="3734544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Fairness-based speaker selection (longest silence first)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47517" y="3928765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Grant floor with 10-turn context + participant info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47517" y="4122986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 response in real-time via OpenClaw Gateway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947517" y="4317206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until maxTurns or consecutive PASS termination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772942" y="4739878"/>
            <a:ext cx="508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Office Presets  |  OpenClaw + OpenRouter (fallback)  |  Auto / Manual / Directed modes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DeskRPG NPC Persona &amp; Meeting System</dc:title>
  <dc:subject>PptxGenJS Presentation</dc:subject>
  <dc:creator>DeskRPG</dc:creator>
  <cp:lastModifiedBy>DeskRPG</cp:lastModifiedBy>
  <cp:revision>1</cp:revision>
  <dcterms:created xsi:type="dcterms:W3CDTF">2026-03-26T23:11:00Z</dcterms:created>
  <dcterms:modified xsi:type="dcterms:W3CDTF">2026-03-26T23:11:00Z</dcterms:modified>
</cp:coreProperties>
</file>