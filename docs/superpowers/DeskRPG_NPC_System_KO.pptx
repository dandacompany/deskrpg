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skrpg-slides/nano-banana_isometric-3d-illustration-of-a_20260327_0808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46" y="684312"/>
            <a:ext cx="3301901" cy="3301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9176" y="4202013"/>
            <a:ext cx="15344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DeskRPG: AI NPC 가상 오피스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772942" y="465386"/>
            <a:ext cx="508985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페르소나 &amp; 미팅 시스템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772942" y="887611"/>
            <a:ext cx="50898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DeskRPG  |  AI 기반 NPC 대화 아키텍처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72942" y="1424136"/>
            <a:ext cx="50898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A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3-파일 페르소나 주입 구조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772942" y="1700361"/>
            <a:ext cx="4990058" cy="997297"/>
          </a:xfrm>
          <a:prstGeom prst="roundRect">
            <a:avLst>
              <a:gd name="adj" fmla="val 10188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796754" y="1700361"/>
            <a:ext cx="0" cy="997297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47517" y="1801862"/>
            <a:ext cx="47823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IDENTITY.md  |  SOUL.md  |  AGENTS.md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947517" y="1987153"/>
            <a:ext cx="47823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역할, 성격, 전문성, 커뮤니케이션 스타일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47517" y="2190155"/>
            <a:ext cx="47823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</a:t>
            </a:r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핵심 가치, 업무 방법론, 의사결정 패턴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47517" y="2393156"/>
            <a:ext cx="47823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pPr algn="l" indent="0" marL="0">
              <a:lnSpc>
                <a:spcPts val="14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회의 프로토콜: SPEAK/PASS, 메모리, 그룹 규칙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72942" y="2951559"/>
            <a:ext cx="50898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9A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미팅 오케스트레이션 (meeting-broker.js)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72942" y="3227784"/>
            <a:ext cx="4990058" cy="1199406"/>
          </a:xfrm>
          <a:prstGeom prst="roundRect">
            <a:avLst>
              <a:gd name="adj" fmla="val 8471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796754" y="3227784"/>
            <a:ext cx="0" cy="1199406"/>
          </a:xfrm>
          <a:prstGeom prst="line">
            <a:avLst/>
          </a:prstGeom>
          <a:noFill/>
          <a:ln w="47625">
            <a:solidFill>
              <a:srgbClr val="F9A8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47517" y="3354586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 에이전트 병렬 폴링 (SPEAK / PASS 응답)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47517" y="3548807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공정성 기반 발언자 선택 (가장 오래 침묵한 순)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947517" y="3743027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최근 10턴 컨텍스트 + 참석자 정보와 함께 발언권 부여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47517" y="3937248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OpenClaw Gateway를 통한 실시간 스트리밍 응답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947517" y="4131469"/>
            <a:ext cx="478230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13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maxTurns 또는 연속 PASS 시 자연 종료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772942" y="4554141"/>
            <a:ext cx="50898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20개 오피스 프리셋  |  OpenClaw + OpenRouter (폴백)  |  자동 / 수동 / 지정 모드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DeskRPG NPC 페르소나 &amp; 미팅 시스템</dc:title>
  <dc:subject>PptxGenJS Presentation</dc:subject>
  <dc:creator>DeskRPG</dc:creator>
  <cp:lastModifiedBy>DeskRPG</cp:lastModifiedBy>
  <cp:revision>1</cp:revision>
  <dcterms:created xsi:type="dcterms:W3CDTF">2026-03-26T23:11:01Z</dcterms:created>
  <dcterms:modified xsi:type="dcterms:W3CDTF">2026-03-26T23:11:01Z</dcterms:modified>
</cp:coreProperties>
</file>